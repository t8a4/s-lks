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EAF1-749B-A4A4-D34B-535095A74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69661-D201-B84A-0969-4C3BD9A13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85F1-3355-0C50-BD41-9A911133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696C3-5998-4F02-083D-D84A4177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65ED-B1A0-52B6-A575-C3533D0B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08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400B-8BEA-8120-CAD6-CCE7EA57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56B9-BB06-36BF-D16C-20A92E72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433D9-E791-A587-7F47-D978D8E8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CCCE8-2622-AD06-C5D8-54166F0A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6A90B-CB30-4EA0-18F8-A7B6EBC2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2904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B871-A8E1-E739-3EBD-7EB7B655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CB732-5F3B-25E9-32F5-40161BE0E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1EE8D-F5C2-4304-AB50-518A9E7C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0C575-2F34-F86E-CE51-3FDC763A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CEEE4-31F1-5ED8-A62A-D09CCCE2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962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BCD0-8C48-74A3-872F-988CF202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4839-3C44-EBBD-CD12-E734D6689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39C4D-6414-842C-AD09-DA1F0144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0C972-B68A-DA12-7D55-47EC8A8D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BD0F-62C5-B0BC-DD55-9A1DA13D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AA5CC-6A96-60AC-874F-B291314E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9172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5663-1D6F-0D0A-87C8-F7906996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ACA91-F5C1-0EC6-FE1D-3557EB31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B97CB-9D66-B25A-D938-B8B73DC12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FE620-DB50-6909-41B8-50CB9772D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2BEA5-1D99-6DAE-D144-7E0614FF2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63DAB-3D1B-02A1-2D22-096BCC66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D5379-D876-B206-F39D-AB735B4A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D7465-BFA4-77C4-8412-06BA30AA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76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CE62-3C6D-730F-66B1-A1E730CB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3D171-77A6-0B00-6FF5-5B265145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0F47A-B3E1-059E-C20A-3AFCE57F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49814-E6DD-37A2-BDD9-2BEDBD1B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9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6C66C-6565-B38B-A37A-DACFC5FD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5F92E-E513-F98B-C64E-E30C2891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A00D7-C884-263A-DD8E-1476241E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4077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BC3F1-D9D0-2DF0-F171-E47FA2235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DB17-22AC-5D5E-CC38-D67DCEBE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47BCA-D4F0-5F1F-9CC9-F822AD62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D94D9-2845-DFA4-3A94-974417A7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AE705-E0BD-8944-8E6E-4A2B04ED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992D8-D76D-B757-E254-D17EA551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414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9FDB-FFD2-C6CF-673C-70C60B1E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9066D-EB34-4583-DFEB-DADBD7190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52C04-C95E-8A2D-C89F-0E03A1663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8DBB-EC00-9345-B052-0A7FE7C3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78215-AC90-648D-DEC4-A0442547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096E5-EAC0-BA7A-6EE3-6989E445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0372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77AD-538C-8754-EC89-C899AADC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71D5B-4B6D-515E-B575-BF03F99C9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C943D-5BC4-40D4-49A4-7E0A82A3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4CC0-1B50-51E2-6727-6030F624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C3735-7D06-B053-3A09-13588E38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4018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CFD4D-0ADB-FD61-DF82-03D2F58C5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EE132-039E-4211-2B22-144555C2B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2CB8A-7C59-7CF7-568C-F211D045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22E04-CED1-44F7-02DB-5B7E709D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2E12A-7793-04C0-CA58-B3CF0882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7222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3C814-6289-B08E-712C-042472D0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BAC96-823D-FA57-5712-2E442C78B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33040-A655-C759-EEAC-6AC4D9C63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45C3C-9BD6-431C-981D-13E88787F16F}" type="datetimeFigureOut">
              <a:rPr lang="bg-BG" smtClean="0"/>
              <a:t>12.3.2026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BF447-E591-95F8-E3E4-D2EABF502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02347-E4A6-74A7-8FDE-E74CE61DA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971B7-8604-49BE-8C8E-E35BED63B2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826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E952-549F-088D-A921-0DDA5DD47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F1E1E-AF51-46F4-7911-2A1CFFDA8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466A6-0D79-E363-7AB8-AE68BC1FA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5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0E8948-07AA-256D-D25A-161589B89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9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10078-0FEC-175C-C8C4-A8B13524C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5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B3B5C-A851-C251-2AF8-6FC22D681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62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FB942-32BD-9C8A-7D86-464AD417A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8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C9B54-23E4-ACF7-E1DF-E387448B0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5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9F6E21-24EC-B377-66F5-67255D462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9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A5D05-7DEF-F6E2-BC43-9A6508EFE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1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C3CC76-EBB4-9D7D-B26A-81786BE7A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0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92A76-00A1-95BF-8094-2233EB959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35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E58F7-0CB7-093E-0979-8DBAF7DFC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asenlyubomirov35@gmail.com</dc:creator>
  <cp:lastModifiedBy>asenlyubomirov35@gmail.com</cp:lastModifiedBy>
  <cp:revision>1</cp:revision>
  <dcterms:created xsi:type="dcterms:W3CDTF">2026-03-12T05:37:22Z</dcterms:created>
  <dcterms:modified xsi:type="dcterms:W3CDTF">2026-03-12T05:41:39Z</dcterms:modified>
</cp:coreProperties>
</file>